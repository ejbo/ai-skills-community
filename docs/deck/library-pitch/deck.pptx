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32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第 1 页" descr="【功能介绍】文章板块：好文章收进一个地方，AI 先读一遍，大家在同一份上读、画、评、问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deck-editor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Community · 文章板块</dc:title>
  <dc:creator>deck-editor</dc:creator>
  <dcterms:created xsi:type="dcterms:W3CDTF">2026-10-09T20:23:51Z</dcterms:created>
  <dcterms:modified xsi:type="dcterms:W3CDTF">2026-10-09T20:23:51Z</dcterms:modified>
</cp:coreProperties>
</file>