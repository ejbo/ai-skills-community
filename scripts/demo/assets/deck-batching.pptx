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批处理调度实验记录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连续批处理 vs 静态批处理 · 演示材料（构造数据）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我们在比什么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7272A"/>
                </a:solidFill>
              </a:defRPr>
            </a:pPr>
            <a:r>
              <a:t>同一模型、同一硬件、同一输入分布</a:t>
            </a:r>
          </a:p>
          <a:p>
            <a:pPr>
              <a:defRPr sz="2000">
                <a:solidFill>
                  <a:srgbClr val="27272A"/>
                </a:solidFill>
              </a:defRPr>
            </a:pPr>
            <a:r>
              <a:t>只切换调度策略：静态批处理 / 连续批处理</a:t>
            </a:r>
          </a:p>
          <a:p>
            <a:pPr>
              <a:defRPr sz="2000">
                <a:solidFill>
                  <a:srgbClr val="27272A"/>
                </a:solidFill>
              </a:defRPr>
            </a:pPr>
            <a:r>
              <a:t>关注三个数：吞吐、P50、P99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怎么测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7272A"/>
                </a:solidFill>
              </a:defRPr>
            </a:pPr>
            <a:r>
              <a:t>固定 5 轮取中位数，丢弃首轮预热</a:t>
            </a:r>
          </a:p>
          <a:p>
            <a:pPr>
              <a:defRPr sz="2000">
                <a:solidFill>
                  <a:srgbClr val="27272A"/>
                </a:solidFill>
              </a:defRPr>
            </a:pPr>
            <a:r>
              <a:t>输入 1024 token / 输出 128 token</a:t>
            </a:r>
          </a:p>
          <a:p>
            <a:pPr>
              <a:defRPr sz="2000">
                <a:solidFill>
                  <a:srgbClr val="27272A"/>
                </a:solidFill>
              </a:defRPr>
            </a:pPr>
            <a:r>
              <a:t>每一阶段单独计时，避免把等待算进计算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观察到的形状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7272A"/>
                </a:solidFill>
              </a:defRPr>
            </a:pPr>
            <a:r>
              <a:t>吞吐随并发上升，但 P99 上升得更快</a:t>
            </a:r>
          </a:p>
          <a:p>
            <a:pPr>
              <a:defRPr sz="2000">
                <a:solidFill>
                  <a:srgbClr val="27272A"/>
                </a:solidFill>
              </a:defRPr>
            </a:pPr>
            <a:r>
              <a:t>静态批处理在低并发下反而更稳</a:t>
            </a:r>
          </a:p>
          <a:p>
            <a:pPr>
              <a:defRPr sz="2000">
                <a:solidFill>
                  <a:srgbClr val="27272A"/>
                </a:solidFill>
              </a:defRPr>
            </a:pPr>
            <a:r>
              <a:t>队列等待在高并发下成为主要成分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/>
              <a:t>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7272A"/>
                </a:solidFill>
              </a:defRPr>
            </a:pPr>
            <a:r>
              <a:t>把逐阶段计时接入常态化回归</a:t>
            </a:r>
          </a:p>
          <a:p>
            <a:pPr>
              <a:defRPr sz="2000">
                <a:solidFill>
                  <a:srgbClr val="27272A"/>
                </a:solidFill>
              </a:defRPr>
            </a:pPr>
            <a:r>
              <a:t>补一次长跑，观察显存水位是否漂移</a:t>
            </a:r>
          </a:p>
          <a:p>
            <a:pPr>
              <a:defRPr sz="2000">
                <a:solidFill>
                  <a:srgbClr val="27272A"/>
                </a:solidFill>
              </a:defRPr>
            </a:pPr>
            <a:r>
              <a:t>把结论写进版块 Wiki 的实验规范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